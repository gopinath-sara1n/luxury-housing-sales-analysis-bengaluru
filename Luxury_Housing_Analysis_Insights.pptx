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80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5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57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0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24D31-43A5-475A-80CF-332C9F6DCF35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70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81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3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7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784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52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4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4/9/2026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BE Forum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262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ransition>
    <p:fade thruBlk="1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Luxury Housing Market Analysis – Bengaluru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| SQL |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Stable booking trend across quarters</a:t>
            </a:r>
          </a:p>
          <a:p>
            <a:r>
              <a:t>• Peak around Q3 2024</a:t>
            </a:r>
          </a:p>
          <a:p>
            <a:r>
              <a:t>• Indicates consistent demand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Builder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Similar booking volumes across developers</a:t>
            </a:r>
          </a:p>
          <a:p>
            <a:r>
              <a:t>• Prestige &amp; L&amp;T Realty slightly higher</a:t>
            </a:r>
          </a:p>
          <a:p>
            <a:r>
              <a:t>• Highly competitive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distribution is uniform</a:t>
            </a:r>
          </a:p>
          <a:p>
            <a:r>
              <a:t>• Avg ticket price ~12 Cr</a:t>
            </a:r>
          </a:p>
          <a:p>
            <a:r>
              <a:t>• Pricing strategies are aligned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Amenity vs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Weak correlation between amenities &amp; conversion</a:t>
            </a:r>
          </a:p>
          <a:p>
            <a:r>
              <a:t>• Buyers consider multiple factors</a:t>
            </a:r>
          </a:p>
          <a:p>
            <a:r>
              <a:t>• Amenities alone not decisive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Conversion by Micro-Market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Conversion ~48%–51% across markets</a:t>
            </a:r>
          </a:p>
          <a:p>
            <a:r>
              <a:t>• Slightly higher in Kanakapura Road &amp; Indiranagar</a:t>
            </a:r>
          </a:p>
          <a:p>
            <a:r>
              <a:t>• Balanced demand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Equal demand across 3BHK, 4BHK, 5BHK</a:t>
            </a:r>
          </a:p>
          <a:p>
            <a:r>
              <a:t>• Diverse buyer preferences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Channel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 channels ~50% conversion</a:t>
            </a:r>
          </a:p>
          <a:p>
            <a:r>
              <a:t>• No dominant channel</a:t>
            </a:r>
          </a:p>
          <a:p>
            <a:r>
              <a:t>• Balanced marketing effectiveness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Possession Status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Similar bookings across stages</a:t>
            </a:r>
          </a:p>
          <a:p>
            <a:r>
              <a:t>• Buyers open to all phases</a:t>
            </a:r>
          </a:p>
          <a:p>
            <a:r>
              <a:t>• Long-term investment mindset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Concentration in Central &amp; East Bangalore</a:t>
            </a:r>
          </a:p>
          <a:p>
            <a:r>
              <a:t>• Growth in Sarjapur &amp; Whitefield</a:t>
            </a:r>
          </a:p>
          <a:p>
            <a:r>
              <a:t>• Driven by IT hubs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Builders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Prestige &amp; L&amp;T Realty lead revenue</a:t>
            </a:r>
          </a:p>
          <a:p>
            <a:r>
              <a:t>• Conversion ~50% across builders</a:t>
            </a:r>
          </a:p>
          <a:p>
            <a:r>
              <a:t>• Competitive landscape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Stable &amp; competitive market</a:t>
            </a:r>
          </a:p>
          <a:p>
            <a:r>
              <a:t>• No dominant player</a:t>
            </a:r>
          </a:p>
          <a:p>
            <a:r>
              <a:t>• Pricing uniform</a:t>
            </a:r>
          </a:p>
          <a:p>
            <a:r>
              <a:t>• Balanced demand across segments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Luxury housing market shows balanced performance across variables. Success depends on combined factors like location, brand, and offering.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14</TotalTime>
  <Words>247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Calibri Light</vt:lpstr>
      <vt:lpstr>Retrospect</vt:lpstr>
      <vt:lpstr>Luxury Housing Market Analysis – Bengaluru</vt:lpstr>
      <vt:lpstr>Market Trends</vt:lpstr>
      <vt:lpstr>Builder Performance</vt:lpstr>
      <vt:lpstr>Revenue &amp; Pricing</vt:lpstr>
      <vt:lpstr>Amenity vs Conversion</vt:lpstr>
      <vt:lpstr>Conversion by Micro-Market</vt:lpstr>
      <vt:lpstr>Configuration Demand</vt:lpstr>
      <vt:lpstr>Sales Channel Efficiency</vt:lpstr>
      <vt:lpstr>Possession Status Analysis</vt:lpstr>
      <vt:lpstr>Geographical Insights</vt:lpstr>
      <vt:lpstr>Top Builders</vt:lpstr>
      <vt:lpstr>Key Takeaways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Gopinath S</dc:creator>
  <cp:keywords/>
  <dc:description>generated using python-pptx</dc:description>
  <cp:lastModifiedBy>Gopinath S</cp:lastModifiedBy>
  <cp:revision>2</cp:revision>
  <dcterms:created xsi:type="dcterms:W3CDTF">2013-01-27T09:14:16Z</dcterms:created>
  <dcterms:modified xsi:type="dcterms:W3CDTF">2026-04-09T17:11:42Z</dcterms:modified>
  <cp:category/>
</cp:coreProperties>
</file>